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D4C878-0ABF-451E-BB81-518DEA2CAF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B6C7044-F188-4797-A790-0C7950BC7B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DE62C62-038C-4A38-ABCD-8A6FB92F0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A62F1-0A08-4DF9-A891-7270510957E2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070F72A-1F70-4B89-AD38-6E21AD5B4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514EBD4-9E39-4686-A2C2-E43C1BBAA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16FF2-4A4D-45F2-BF54-E7624900BB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0215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D843BC-25B6-43EE-9C9F-9C987096B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91C0F1-44E0-40EC-95BC-A442397B8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FEB3849-C3D2-4513-B958-CE5F264A4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A62F1-0A08-4DF9-A891-7270510957E2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26EFAE0-CB7D-45C8-BCA2-072C15F21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A1643C-9169-47B4-944E-35BC4BD6B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16FF2-4A4D-45F2-BF54-E7624900BB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5418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5062A4-E754-4695-B5E3-2BB6FA1E2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2A38899-BA64-43B5-823D-C5D18E1661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10DE45-3C88-4CDA-A7C9-EFF940FC4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A62F1-0A08-4DF9-A891-7270510957E2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27E69F-7422-49B8-8020-933BA175E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E82C02-95DE-4791-883E-DBFE9C8C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16FF2-4A4D-45F2-BF54-E7624900BB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0721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53B8BF-B1EC-4360-9D94-270414B12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09CC53-0329-48C4-A3EC-AE58002148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1E0A3DF-966E-404B-B747-99975495DE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33C46A1-1B1A-4356-B624-FD5B1F68E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A62F1-0A08-4DF9-A891-7270510957E2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904654B-A190-4560-B5D6-E65145506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86D2870-2B58-4B03-A0A7-C26A4622E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16FF2-4A4D-45F2-BF54-E7624900BB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3132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2F6605-AE6C-4D8E-BE99-335CCBD59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C12A5B4-0E65-41BF-9D2F-8D8E8053E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F6C6015-3363-457E-99D9-2CDAE9842E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14E2A89-8E0D-46CD-831B-83CFED6D2B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DD9EA13-9757-4031-B516-34E4EBC989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8D99C8A-E046-4B97-ABFE-9EA26F912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A62F1-0A08-4DF9-A891-7270510957E2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F59EBD5-1C19-424D-BEE0-535971A5F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0335E94-8614-48D7-9314-E624A80F2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16FF2-4A4D-45F2-BF54-E7624900BB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7284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EE8A36-1C62-4A51-BA4B-7CB30CC1F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73D6A34-F428-4F26-ADD4-CFBAF1B59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A62F1-0A08-4DF9-A891-7270510957E2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9F07B8A-90F5-442B-B6AA-C0B3091E8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6040C15-732D-419A-8CDC-2F8AFEA81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16FF2-4A4D-45F2-BF54-E7624900BB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5617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5142E29-AA30-45CA-838F-4227D9537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A62F1-0A08-4DF9-A891-7270510957E2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61C7BDE-20A2-4C89-AE1B-0A7640609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4C2739C-EF99-4DD5-903E-304783585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16FF2-4A4D-45F2-BF54-E7624900BB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6679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7AD364-20BF-447C-96EC-D40DA4F04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C01C03-D43F-49B5-81A1-4403AC44F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880F5B2-9B52-48FB-AF5B-6320DA1305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CE6F9FB-4438-4D82-8D67-30A1E6B46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A62F1-0A08-4DF9-A891-7270510957E2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03DE8D2-DA21-48BB-BBB0-B6F6B0340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D195468-6CC7-4E05-9E52-2A3333AC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16FF2-4A4D-45F2-BF54-E7624900BB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7529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105FC1-877B-451C-A541-0132645E8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B5F36B3-21C3-4D4F-B421-39B152F849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238058B-C03F-4824-AB2D-29AC2B71B1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B1D97F3-954E-4460-9BD5-62DA220E5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A62F1-0A08-4DF9-A891-7270510957E2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FC3A293-C107-4BE4-B389-223F47A6D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BCB85D4-81F7-4B38-9FAF-8DC77D5C3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16FF2-4A4D-45F2-BF54-E7624900BB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5579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A736F6-7348-46C2-9C01-CDBE039A4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885A191-7BC6-4C9B-BF77-D85B56B64F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7210BBA-C33E-47A1-9F0E-8AFF61651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A62F1-0A08-4DF9-A891-7270510957E2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2E1039-FEB0-4EFE-9B9F-A0AE1E8AB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571AD7-A4D3-4502-8F30-56E03AB35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16FF2-4A4D-45F2-BF54-E7624900BB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686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624EDE3-1083-4153-813B-9ED3508455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6F603D8-1EAA-4108-BCA8-431D4F6848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CB7530A-4EF3-436B-BFB7-963919C0B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A62F1-0A08-4DF9-A891-7270510957E2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BBEA11-CCE2-4A0E-B663-00B083F50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6FA282-AA33-497A-ADC8-D2FDFA9A7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16FF2-4A4D-45F2-BF54-E7624900BB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0144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9A413A-422D-456A-8D46-8DF38131B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3380713-B103-44F0-B8A0-D0AEE8AC6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52E8799-029C-4622-8E67-E8D2E84164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FA62F1-0A08-4DF9-A891-7270510957E2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682D0B4-9B57-45BB-8372-C576FDB95F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977FC4-2294-4406-83E0-993C65ED09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16FF2-4A4D-45F2-BF54-E7624900BB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3235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16933B8-0F42-40C9-9633-9E0B9085D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81" y="690170"/>
            <a:ext cx="11993496" cy="5477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595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1D43B98-CBDB-41D6-A7C2-9ACB28ABF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1" y="172456"/>
            <a:ext cx="12098438" cy="635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878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1699382-75EA-4E48-B88C-00104C53C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616" y="746957"/>
            <a:ext cx="10440857" cy="488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979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9FD5299-F6C5-4318-82B7-0F160C3E69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5803"/>
            <a:ext cx="12192000" cy="4666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079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81C919B-4413-448D-839A-649A0D48D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4963" y="372041"/>
            <a:ext cx="8757037" cy="3329121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045F2203-0668-44D2-A8F5-FFEA49F9A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908" y="4877734"/>
            <a:ext cx="1056686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Свёртка — это операция, где каждый выходной пиксель получается как скалярное произведение фильтра (ядра) и соответствующего фрагмента входного изображения. Наивная реализация через вложенные циклы по n, c, </a:t>
            </a:r>
            <a:r>
              <a:rPr kumimoji="0" lang="ru-RU" altLang="ru-RU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out_h</a:t>
            </a:r>
            <a:r>
              <a:rPr kumimoji="0" lang="ru-RU" altLang="ru-RU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ru-RU" altLang="ru-RU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out_w</a:t>
            </a:r>
            <a:r>
              <a:rPr kumimoji="0" lang="ru-RU" altLang="ru-RU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ru-RU" altLang="ru-RU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kernel_h</a:t>
            </a:r>
            <a:r>
              <a:rPr kumimoji="0" lang="ru-RU" altLang="ru-RU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ru-RU" altLang="ru-RU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kernel_w</a:t>
            </a:r>
            <a:r>
              <a:rPr kumimoji="0" lang="ru-RU" altLang="ru-RU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крайне медленная, особенно на CPU.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Идея im2col — преобразовать все фрагменты входного тензора (окна, на которые накладывается фильтр) в столбцы большой матрицы. Тогда свёртка становится обычным умножением матриц, которое может быть выполнено очень быстро (с использованием BLAS-библиотек, например, np.dot).</a:t>
            </a:r>
          </a:p>
        </p:txBody>
      </p:sp>
    </p:spTree>
    <p:extLst>
      <p:ext uri="{BB962C8B-B14F-4D97-AF65-F5344CB8AC3E}">
        <p14:creationId xmlns:p14="http://schemas.microsoft.com/office/powerpoint/2010/main" val="1076152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49A497A-8036-4E67-B10C-8034122AA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6880"/>
            <a:ext cx="12192000" cy="6221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568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3B71CC9-6ECE-4EC1-B81D-D6B0B9DA2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720"/>
            <a:ext cx="12192000" cy="648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862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30B87B6-F3F6-4E77-9DA1-6E56AC601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8832" y="416560"/>
            <a:ext cx="6731248" cy="602488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E6C8B9A-4102-40F1-ABDD-1D3C8830E6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" y="262811"/>
            <a:ext cx="4846343" cy="42049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42CEB0F-CA85-477C-B7AE-DF81A665A8CB}"/>
              </a:ext>
            </a:extLst>
          </p:cNvPr>
          <p:cNvSpPr txBox="1"/>
          <p:nvPr/>
        </p:nvSpPr>
        <p:spPr>
          <a:xfrm>
            <a:off x="360947" y="4339388"/>
            <a:ext cx="330467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Общее количество обучаемых параметров ~ 62 тысячи, что очень мало по современным меркам, но для MNIST достаточно.</a:t>
            </a:r>
          </a:p>
        </p:txBody>
      </p:sp>
    </p:spTree>
    <p:extLst>
      <p:ext uri="{BB962C8B-B14F-4D97-AF65-F5344CB8AC3E}">
        <p14:creationId xmlns:p14="http://schemas.microsoft.com/office/powerpoint/2010/main" val="634200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1D45ADC-1C9C-4238-94EE-1158CBB5C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9728"/>
            <a:ext cx="12192000" cy="5378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757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F111DD5-B5C4-4C62-A82A-ED96B8FEE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524000"/>
            <a:ext cx="1143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447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FCC43DB-5816-48A8-855C-D50E6BF57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7109"/>
            <a:ext cx="12192000" cy="3703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0375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E121EDB-0063-444A-A8E2-56945EB8A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524000"/>
            <a:ext cx="1143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04880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582</TotalTime>
  <Words>120</Words>
  <Application>Microsoft Office PowerPoint</Application>
  <PresentationFormat>Широкоэкранный</PresentationFormat>
  <Paragraphs>3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Зималтынов</dc:creator>
  <cp:lastModifiedBy>Зималтынов</cp:lastModifiedBy>
  <cp:revision>10</cp:revision>
  <dcterms:created xsi:type="dcterms:W3CDTF">2026-03-30T10:41:24Z</dcterms:created>
  <dcterms:modified xsi:type="dcterms:W3CDTF">2026-04-07T10:49:59Z</dcterms:modified>
</cp:coreProperties>
</file>